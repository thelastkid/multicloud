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301" r:id="rId4"/>
    <p:sldId id="261" r:id="rId5"/>
    <p:sldId id="297" r:id="rId6"/>
    <p:sldId id="298" r:id="rId7"/>
    <p:sldId id="270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212DC-63B1-4901-BBA1-0E9BAC33D41C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F3EA8-841E-473D-8AEC-E28FC8B0AF5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BBED-9D3F-4E8C-A31D-76A22EE88FEB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E127-F269-4258-80A4-1372D3C00E8F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EAF1-28FB-47DB-A52B-7DD7F4094843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2493-AA25-487D-8635-16C3A88B4A31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DECB-9A6B-47E9-8A6F-D77F03DD63AE}" type="datetime1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91F4-8B9E-488E-9E09-6D97621EC7E8}" type="datetime1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6ECC-4156-47B9-B6C5-A7C7632DDAB1}" type="datetime1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CA7FB-8CAD-4526-8C8B-7EC5B1C9A4A6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C8DB-8A26-4D7B-863F-CF0724AEE9FE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F3A-537D-4782-93FF-26FDB1360200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3CAB0-2917-41E3-BC62-F04238BDCF53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9D414-CE7D-46FB-9603-64E2DC9BB488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690637"/>
            <a:ext cx="12192000" cy="913827"/>
          </a:xfrm>
        </p:spPr>
        <p:txBody>
          <a:bodyPr>
            <a:normAutofit/>
          </a:bodyPr>
          <a:lstStyle/>
          <a:p>
            <a:r>
              <a:rPr lang="en-US" altLang="en-IN" sz="44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</a:rPr>
              <a:t>RAJARAJESWARI COLLEGE OF </a:t>
            </a:r>
            <a:r>
              <a:rPr lang="en-US" altLang="en-IN" sz="4400" b="1" dirty="0" smtClean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</a:rPr>
              <a:t>ENGINEERING</a:t>
            </a:r>
            <a:endParaRPr lang="en-US" altLang="en-IN" sz="4400" b="1" dirty="0">
              <a:ln w="22225">
                <a:solidFill>
                  <a:srgbClr val="C00000"/>
                </a:solidFill>
                <a:prstDash val="solid"/>
              </a:ln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8" y="1571090"/>
            <a:ext cx="9144000" cy="461499"/>
          </a:xfrm>
        </p:spPr>
        <p:txBody>
          <a:bodyPr>
            <a:normAutofit/>
          </a:bodyPr>
          <a:lstStyle/>
          <a:p>
            <a:r>
              <a:rPr lang="en-US" altLang="en-IN" b="1" dirty="0"/>
              <a:t>Kumbalgodu Bengaluru-560074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977" y="3503236"/>
            <a:ext cx="740004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2060"/>
                </a:solidFill>
              </a:rPr>
              <a:t>Project </a:t>
            </a:r>
            <a:r>
              <a:rPr lang="en-IN" sz="2400" b="1" dirty="0" smtClean="0">
                <a:solidFill>
                  <a:srgbClr val="002060"/>
                </a:solidFill>
              </a:rPr>
              <a:t>Phase-1 </a:t>
            </a:r>
            <a:r>
              <a:rPr lang="en-IN" sz="2400" b="1" dirty="0" smtClean="0">
                <a:solidFill>
                  <a:srgbClr val="002060"/>
                </a:solidFill>
              </a:rPr>
              <a:t>Zeroth </a:t>
            </a:r>
            <a:r>
              <a:rPr lang="en-IN" sz="2400" b="1" dirty="0" smtClean="0">
                <a:solidFill>
                  <a:srgbClr val="002060"/>
                </a:solidFill>
              </a:rPr>
              <a:t>Review </a:t>
            </a:r>
            <a:r>
              <a:rPr lang="en-IN" sz="2400" b="1" dirty="0">
                <a:solidFill>
                  <a:srgbClr val="002060"/>
                </a:solidFill>
              </a:rPr>
              <a:t>Presentation</a:t>
            </a:r>
            <a:r>
              <a:rPr lang="en-US" altLang="en-IN" sz="2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altLang="en-IN" sz="2400" b="1" dirty="0">
                <a:solidFill>
                  <a:srgbClr val="002060"/>
                </a:solidFill>
              </a:rPr>
              <a:t>on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US" altLang="en-IN" sz="2400" b="1" dirty="0" smtClean="0">
                <a:solidFill>
                  <a:srgbClr val="002060"/>
                </a:solidFill>
              </a:rPr>
              <a:t>TITLE</a:t>
            </a:r>
            <a:endParaRPr lang="en-US" altLang="en-IN" sz="24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536" y="4642009"/>
            <a:ext cx="450601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By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err="1" smtClean="0">
                <a:solidFill>
                  <a:srgbClr val="002060"/>
                </a:solidFill>
                <a:sym typeface="+mn-ea"/>
              </a:rPr>
              <a:t>Prajwal</a:t>
            </a:r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 Rao BP       1RR23AI040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Priyanka S </a:t>
            </a:r>
            <a:r>
              <a:rPr lang="en-IN" sz="2400" b="1" dirty="0" err="1" smtClean="0">
                <a:solidFill>
                  <a:srgbClr val="002060"/>
                </a:solidFill>
                <a:sym typeface="+mn-ea"/>
              </a:rPr>
              <a:t>Ganig</a:t>
            </a:r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    1RR23AI042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Santhosh M             1RR23AI052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Shravan M                1RR23AI054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4465" y="4919980"/>
            <a:ext cx="414779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Under the guidance of</a:t>
            </a:r>
          </a:p>
          <a:p>
            <a:pPr algn="ctr"/>
            <a:r>
              <a:rPr lang="en-IN" sz="2400" b="1" dirty="0" err="1" smtClean="0">
                <a:solidFill>
                  <a:srgbClr val="002060"/>
                </a:solidFill>
                <a:sym typeface="+mn-ea"/>
              </a:rPr>
              <a:t>Prof.</a:t>
            </a:r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  <a:sym typeface="+mn-ea"/>
              </a:rPr>
              <a:t>Deepa</a:t>
            </a:r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 K R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Asst. Professor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sym typeface="+mn-ea"/>
              </a:rPr>
              <a:t>AI&amp;ML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185410" y="1953260"/>
            <a:ext cx="1821180" cy="1550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7"/>
          <p:cNvSpPr txBox="1"/>
          <p:nvPr/>
        </p:nvSpPr>
        <p:spPr>
          <a:xfrm>
            <a:off x="1" y="0"/>
            <a:ext cx="12191999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Department of </a:t>
            </a:r>
            <a:r>
              <a:rPr lang="en-US" altLang="en-IN" sz="3200" b="1" dirty="0">
                <a:solidFill>
                  <a:srgbClr val="002060"/>
                </a:solidFill>
              </a:rPr>
              <a:t>Artificial Intelligence and Machine Learning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0530205" cy="1040765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sym typeface="+mn-ea"/>
              </a:rPr>
              <a:t>Presentation Outline</a:t>
            </a:r>
            <a:endParaRPr lang="en-US" alt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 fontScale="97500"/>
          </a:bodyPr>
          <a:lstStyle/>
          <a:p>
            <a:r>
              <a:rPr lang="en-US" dirty="0" smtClean="0"/>
              <a:t>Why we chose this project(1 </a:t>
            </a:r>
            <a:r>
              <a:rPr lang="en-US" dirty="0"/>
              <a:t>SLIDE)</a:t>
            </a:r>
          </a:p>
          <a:p>
            <a:r>
              <a:rPr lang="en-US" dirty="0" smtClean="0"/>
              <a:t>Abstract(1-2 </a:t>
            </a:r>
            <a:r>
              <a:rPr lang="en-US" dirty="0"/>
              <a:t>SLIDE)</a:t>
            </a:r>
          </a:p>
          <a:p>
            <a:r>
              <a:rPr lang="en-US" dirty="0" smtClean="0"/>
              <a:t>Problem </a:t>
            </a:r>
            <a:r>
              <a:rPr lang="en-US" dirty="0"/>
              <a:t>Statement(1 SLIDE)</a:t>
            </a:r>
          </a:p>
          <a:p>
            <a:r>
              <a:rPr lang="en-US" dirty="0"/>
              <a:t>Objectives(1 SLIDE)</a:t>
            </a:r>
          </a:p>
          <a:p>
            <a:r>
              <a:rPr lang="en-US" dirty="0"/>
              <a:t>Proposed Methodology (2-3 </a:t>
            </a:r>
            <a:r>
              <a:rPr lang="en-US" dirty="0" smtClean="0"/>
              <a:t>SLIDE)</a:t>
            </a:r>
            <a:endParaRPr lang="en-US" dirty="0"/>
          </a:p>
          <a:p>
            <a:r>
              <a:rPr lang="en-US" dirty="0"/>
              <a:t>Details of the tools being </a:t>
            </a:r>
            <a:r>
              <a:rPr lang="en-US" dirty="0" smtClean="0"/>
              <a:t>implemented(1 SLIDE)</a:t>
            </a:r>
          </a:p>
          <a:p>
            <a:r>
              <a:rPr lang="en-US" dirty="0" smtClean="0"/>
              <a:t>References(1 </a:t>
            </a:r>
            <a:r>
              <a:rPr lang="en-US" dirty="0"/>
              <a:t>SLIDE)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3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>
          <a:xfrm>
            <a:off x="0" y="-635"/>
            <a:ext cx="10530205" cy="10153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795520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0" y="6538595"/>
            <a:ext cx="12192000" cy="3594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4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28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5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6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40365" cy="1011555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Reference: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7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2" name="Content Placeholder 10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1000" y="0"/>
            <a:ext cx="1505585" cy="10115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339" y="11809"/>
            <a:ext cx="9335952" cy="982104"/>
          </a:xfrm>
          <a:solidFill>
            <a:srgbClr val="002060"/>
          </a:solidFill>
        </p:spPr>
        <p:txBody>
          <a:bodyPr/>
          <a:lstStyle/>
          <a:p>
            <a:endParaRPr 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</a:t>
            </a:r>
            <a:r>
              <a:rPr lang="en-IN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of </a:t>
            </a:r>
            <a:r>
              <a:rPr lang="en-US" altLang="en-IN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8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itle 1"/>
          <p:cNvSpPr txBox="1"/>
          <p:nvPr/>
        </p:nvSpPr>
        <p:spPr>
          <a:xfrm rot="20521208">
            <a:off x="4224977" y="2871345"/>
            <a:ext cx="2652067" cy="1620340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103" name="Picture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8255" y="-635"/>
            <a:ext cx="1455420" cy="1136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I VIDYA INSTITUTE OF TECHNOLOG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 VIDYA INSTITUTE OF TECHNOLOGY</Template>
  <TotalTime>14</TotalTime>
  <Words>136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SAI VIDYA INSTITUTE OF TECHNOLOGY</vt:lpstr>
      <vt:lpstr>RAJARAJESWARI COLLEGE OF ENGINEERING</vt:lpstr>
      <vt:lpstr>Presentation Outline</vt:lpstr>
      <vt:lpstr>PowerPoint Presentation</vt:lpstr>
      <vt:lpstr>PowerPoint Presentation</vt:lpstr>
      <vt:lpstr>PowerPoint Presentation</vt:lpstr>
      <vt:lpstr>PowerPoint Presentation</vt:lpstr>
      <vt:lpstr>Reference: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VIDYA INSTITUTE OF TECHNOLOGY</dc:title>
  <dc:creator>abhijith</dc:creator>
  <cp:lastModifiedBy>Shravan M</cp:lastModifiedBy>
  <cp:revision>46</cp:revision>
  <dcterms:created xsi:type="dcterms:W3CDTF">2018-09-27T05:23:00Z</dcterms:created>
  <dcterms:modified xsi:type="dcterms:W3CDTF">2026-03-08T18:39:12Z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1438E5A0A73848F3905F444746EDD901_12</vt:lpwstr>
  </property>
  <property fmtid="{D5CDD505-2E9C-101B-9397-08002B2CF9AE}" pid="3" name="KSOProductBuildVer">
    <vt:lpwstr>1033-12.2.0.13266</vt:lpwstr>
  </property>
</Properties>
</file>