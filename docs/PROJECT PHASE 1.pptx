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301" r:id="rId4"/>
    <p:sldId id="261" r:id="rId5"/>
    <p:sldId id="297" r:id="rId6"/>
    <p:sldId id="298" r:id="rId7"/>
    <p:sldId id="270" r:id="rId8"/>
    <p:sldId id="289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212DC-63B1-4901-BBA1-0E9BAC33D41C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F3EA8-841E-473D-8AEC-E28FC8B0AF5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BBED-9D3F-4E8C-A31D-76A22EE88FEB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E127-F269-4258-80A4-1372D3C00E8F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EAF1-28FB-47DB-A52B-7DD7F4094843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2493-AA25-487D-8635-16C3A88B4A31}" type="datetime1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DECB-9A6B-47E9-8A6F-D77F03DD63AE}" type="datetime1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91F4-8B9E-488E-9E09-6D97621EC7E8}" type="datetime1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6ECC-4156-47B9-B6C5-A7C7632DDAB1}" type="datetime1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CA7FB-8CAD-4526-8C8B-7EC5B1C9A4A6}" type="datetime1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C8DB-8A26-4D7B-863F-CF0724AEE9FE}" type="datetime1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F3A-537D-4782-93FF-26FDB1360200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3CAB0-2917-41E3-BC62-F04238BDCF53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9D414-CE7D-46FB-9603-64E2DC9BB488}" type="datetime1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690637"/>
            <a:ext cx="12192000" cy="913827"/>
          </a:xfrm>
        </p:spPr>
        <p:txBody>
          <a:bodyPr>
            <a:normAutofit/>
          </a:bodyPr>
          <a:lstStyle/>
          <a:p>
            <a:r>
              <a:rPr lang="en-US" altLang="en-IN" sz="44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</a:rPr>
              <a:t>RAJARAJESWARI COLLEGE OF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8" y="1571090"/>
            <a:ext cx="9144000" cy="461499"/>
          </a:xfrm>
        </p:spPr>
        <p:txBody>
          <a:bodyPr>
            <a:normAutofit/>
          </a:bodyPr>
          <a:lstStyle/>
          <a:p>
            <a:r>
              <a:rPr lang="en-US" altLang="en-IN" b="1" dirty="0"/>
              <a:t>Kumbalgodu Bengaluru-560074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977" y="3503236"/>
            <a:ext cx="740004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</a:rPr>
              <a:t>Project Phase-1 Zeroth Review Presentation</a:t>
            </a:r>
            <a:r>
              <a:rPr lang="en-US" altLang="en-IN" sz="2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altLang="en-IN" sz="2400" b="1" dirty="0">
                <a:solidFill>
                  <a:srgbClr val="002060"/>
                </a:solidFill>
              </a:rPr>
              <a:t>on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US" altLang="en-IN" sz="2400" b="1" dirty="0">
                <a:solidFill>
                  <a:srgbClr val="002060"/>
                </a:solidFill>
              </a:rPr>
              <a:t>Multi Cloud Infrastructure Optimization Using </a:t>
            </a:r>
            <a:r>
              <a:rPr lang="en-US" altLang="en-IN" sz="2400" b="1" dirty="0" err="1">
                <a:solidFill>
                  <a:srgbClr val="002060"/>
                </a:solidFill>
              </a:rPr>
              <a:t>MLOps</a:t>
            </a:r>
            <a:endParaRPr lang="en-US" altLang="en-IN" sz="24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8536" y="4825411"/>
            <a:ext cx="435547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By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 err="1">
                <a:solidFill>
                  <a:srgbClr val="002060"/>
                </a:solidFill>
                <a:sym typeface="+mn-ea"/>
              </a:rPr>
              <a:t>Prajwal</a:t>
            </a:r>
            <a:r>
              <a:rPr lang="en-IN" sz="2400" b="1" dirty="0">
                <a:solidFill>
                  <a:srgbClr val="002060"/>
                </a:solidFill>
                <a:sym typeface="+mn-ea"/>
              </a:rPr>
              <a:t> Rao BP       1RR23AI040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Priyanka S </a:t>
            </a:r>
            <a:r>
              <a:rPr lang="en-IN" sz="2400" b="1" dirty="0" err="1">
                <a:solidFill>
                  <a:srgbClr val="002060"/>
                </a:solidFill>
                <a:sym typeface="+mn-ea"/>
              </a:rPr>
              <a:t>Ganig</a:t>
            </a:r>
            <a:r>
              <a:rPr lang="en-IN" sz="2400" b="1" dirty="0">
                <a:solidFill>
                  <a:srgbClr val="002060"/>
                </a:solidFill>
                <a:sym typeface="+mn-ea"/>
              </a:rPr>
              <a:t>    1RR23AI042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Santhosh M             1RR23AI052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Shravan M                1RR23AI054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4465" y="4919980"/>
            <a:ext cx="4147794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</a:rPr>
              <a:t>Under the guidance of</a:t>
            </a:r>
          </a:p>
          <a:p>
            <a:pPr algn="ctr"/>
            <a:r>
              <a:rPr lang="en-IN" sz="2400" b="1" dirty="0" err="1">
                <a:solidFill>
                  <a:srgbClr val="002060"/>
                </a:solidFill>
                <a:sym typeface="+mn-ea"/>
              </a:rPr>
              <a:t>Prof.</a:t>
            </a:r>
            <a:r>
              <a:rPr lang="en-IN" sz="2400" b="1" dirty="0">
                <a:solidFill>
                  <a:srgbClr val="002060"/>
                </a:solidFill>
                <a:sym typeface="+mn-ea"/>
              </a:rPr>
              <a:t> </a:t>
            </a:r>
            <a:r>
              <a:rPr lang="en-IN" sz="2400" b="1" dirty="0" err="1">
                <a:solidFill>
                  <a:srgbClr val="002060"/>
                </a:solidFill>
                <a:sym typeface="+mn-ea"/>
              </a:rPr>
              <a:t>Deepa</a:t>
            </a:r>
            <a:r>
              <a:rPr lang="en-IN" sz="2400" b="1" dirty="0">
                <a:solidFill>
                  <a:srgbClr val="002060"/>
                </a:solidFill>
                <a:sym typeface="+mn-ea"/>
              </a:rPr>
              <a:t> K R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Asst. Professor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AI&amp;ML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185410" y="1953260"/>
            <a:ext cx="1821180" cy="1550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7"/>
          <p:cNvSpPr txBox="1"/>
          <p:nvPr/>
        </p:nvSpPr>
        <p:spPr>
          <a:xfrm>
            <a:off x="1" y="0"/>
            <a:ext cx="12191999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Department of </a:t>
            </a:r>
            <a:r>
              <a:rPr lang="en-US" altLang="en-IN" sz="3200" b="1" dirty="0">
                <a:solidFill>
                  <a:srgbClr val="002060"/>
                </a:solidFill>
              </a:rPr>
              <a:t>Artificial Intelligence and Machine Learning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0530205" cy="1040765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alt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to select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01EF6B3-4CC1-2CB6-D98B-C7991233B7A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1132" y="1660600"/>
            <a:ext cx="10160674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increasingly used in real-world industries such as healthcare, finance, retail, and transportation, but deploying and managing these models efficiently remains a major challenge.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organizations often use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multi-cloud environments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(such as AWS, Azure, and Google Cloud) to improve scalability, reliability, and cost efficiency. However, managing machine learning deployments across multiple cloud platforms is complex and requires better operational tools.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research proposes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policy-based framework for managing ML deployments across multiple clouds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improving resource utilization, automation, and system visibility.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chose this project because it addresses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industry problems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introduces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technologies such as cloud computing, Kubernetes, and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provides an opportunity to build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practical system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real-world applications.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10547" y="1455576"/>
            <a:ext cx="10119658" cy="465639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applications are increasingly deployed in real-world systems, but managing their deployment and operations across multiple cloud platforms remains a significant challenge. Organizations often adopt multi-cloud infrastructures to improve scalability, reliability, and flexibility, yet coordinating resources, training processes, and model deployment across different cloud providers can be complex and inefficient.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framework for optimizing Machine Learning Operations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a multi-cloud environment. The proposed system introduces a policy-based deployment management mechanism that automatically selects appropriate cloud resources based on predefined constraints such as location, computational requirements, and cost.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provides a visualization dashboard that displays deployment topology, network connections, and node-level information, enabling better monitoring and management of machine learning applications.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3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>
          <a:xfrm>
            <a:off x="0" y="-635"/>
            <a:ext cx="10530205" cy="10153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534481" y="1630045"/>
            <a:ext cx="9461241" cy="47955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system to efficiently manage and monitor machine learning deployments across multi-cloud infrastructures while ensuring optimal resource utilization and policy compliance.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lack efficient mechanisms to automate resource allocation, enforce deployment policies, and monitor distributed machine learning applications in multi-cloud environments.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0" y="6538595"/>
            <a:ext cx="12192000" cy="3594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4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283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5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9C2206-55A0-FC40-BFE5-29C7249C6D4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7521" y="1818147"/>
            <a:ext cx="9824720" cy="2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policy-based framework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machine learning deployments in a multi-cloud environment.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resource allocation and deployment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machine learning models across different cloud platforms.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I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topology discovery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monitors and identifies the structure of deployed ML applications.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roviding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deployment nodes, network connections, and system components.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mprove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efficiency, scalability, and resource utilization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machine learning operations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6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E68B6B-C905-456C-3678-7DCBAAD7C07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06400" y="1615879"/>
            <a:ext cx="10123806" cy="32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Study the challenges in deploying machine learning models in multi-cloud environments and identify system requirements.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Policy-Based Deployment Management: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a policy engine that selects appropriate cloud resources based on constraints such as location, computational requirements, and cost.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Multi-Cloud Resource Allocation: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 machine learning training and serving workloads across different cloud platforms using container orchestration tools.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Topology Discovery and Monitoring: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data collection agents to monitor deployed applications and automatically discover their deployment topology.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graphical interface to visualize deployment nodes, network connections, and system status for better monitoring and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40365" cy="1011555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Tools </a:t>
            </a:r>
            <a:r>
              <a:rPr lang="en-IN" b="1" dirty="0">
                <a:solidFill>
                  <a:schemeClr val="bg1"/>
                </a:solidFill>
              </a:rPr>
              <a:t>Implemented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7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2" name="Content Placeholder 10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1000" y="0"/>
            <a:ext cx="1505585" cy="101155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1A8B81-BDD3-3EC5-7296-7ED858A66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266769"/>
              </p:ext>
            </p:extLst>
          </p:nvPr>
        </p:nvGraphicFramePr>
        <p:xfrm>
          <a:off x="1076960" y="1564640"/>
          <a:ext cx="8128000" cy="3699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212824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02992056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49085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 and policy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35185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230222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Kubernetes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and Orchestration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25727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Kuberflow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Workflow Management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075591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Kafka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Streaming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545277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4068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D3.Js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5726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38" y="0"/>
            <a:ext cx="9931621" cy="982104"/>
          </a:xfrm>
          <a:solidFill>
            <a:srgbClr val="002060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8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3" name="Picture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8255" y="-635"/>
            <a:ext cx="1455420" cy="1136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70BC4A-D8C5-DFA2-76D5-9D052ACA2577}"/>
              </a:ext>
            </a:extLst>
          </p:cNvPr>
          <p:cNvSpPr txBox="1"/>
          <p:nvPr/>
        </p:nvSpPr>
        <p:spPr>
          <a:xfrm>
            <a:off x="761417" y="4704572"/>
            <a:ext cx="9293290" cy="4385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9B8E96A-AA96-1F31-B73D-11657FA63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56" y="1213002"/>
            <a:ext cx="10035269" cy="5588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Paper Details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Optimizing Machine Learning Operations in Multi-Cloud Infrastructure: A Framework for Unified Deployment Management and Topology Discovery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Hao Wei,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Xabiel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García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Pañeda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Joaquín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Salvachúa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Rodriguez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 (Springer)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10.1007/s10586-025-05584-7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Wei, H., García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Pañeda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X., &amp;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Salvachúa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Rodriguez, J.,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“Optimizing Machine Learning Operations in Multi-Cloud Infrastructure: A Framework for Unified Deployment Management and Topology Discovery,”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28, 2025.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BF47-9374-1FF6-044C-9D8380084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24FBE6-F58E-0296-C159-A62254B0924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55977" y="3386396"/>
            <a:ext cx="2724538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6697939"/>
      </p:ext>
    </p:extLst>
  </p:cSld>
  <p:clrMapOvr>
    <a:masterClrMapping/>
  </p:clrMapOvr>
</p:sld>
</file>

<file path=ppt/theme/theme1.xml><?xml version="1.0" encoding="utf-8"?>
<a:theme xmlns:a="http://schemas.openxmlformats.org/drawingml/2006/main" name="SAI VIDYA INSTITUTE OF TECHNOLOG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SAI VIDYA INSTITUTE OF TECHNOLOGY</Template>
  <TotalTime>87</TotalTime>
  <Words>780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SAI VIDYA INSTITUTE OF TECHNOLOGY</vt:lpstr>
      <vt:lpstr>RAJARAJESWARI COLLEGE OF ENGINEERING</vt:lpstr>
      <vt:lpstr>Reason to select this project</vt:lpstr>
      <vt:lpstr>PowerPoint Presentation</vt:lpstr>
      <vt:lpstr>PowerPoint Presentation</vt:lpstr>
      <vt:lpstr>PowerPoint Presentation</vt:lpstr>
      <vt:lpstr>PowerPoint Presentation</vt:lpstr>
      <vt:lpstr>Tools Implemented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VIDYA INSTITUTE OF TECHNOLOGY</dc:title>
  <dc:creator>abhijith</dc:creator>
  <cp:lastModifiedBy>Priya s</cp:lastModifiedBy>
  <cp:revision>49</cp:revision>
  <dcterms:created xsi:type="dcterms:W3CDTF">2018-09-27T05:23:00Z</dcterms:created>
  <dcterms:modified xsi:type="dcterms:W3CDTF">2026-03-09T17:29:42Z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1438E5A0A73848F3905F444746EDD901_12</vt:lpwstr>
  </property>
  <property fmtid="{D5CDD505-2E9C-101B-9397-08002B2CF9AE}" pid="3" name="KSOProductBuildVer">
    <vt:lpwstr>1033-12.2.0.13266</vt:lpwstr>
  </property>
</Properties>
</file>